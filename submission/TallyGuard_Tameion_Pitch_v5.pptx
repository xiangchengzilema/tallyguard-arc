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afd048a28b4d0f" /><Relationship Type="http://schemas.openxmlformats.org/officeDocument/2006/relationships/extended-properties" Target="/docProps/app.xml" Id="Rcc26ff3b128f4f31" /><Relationship Type="http://schemas.openxmlformats.org/officeDocument/2006/relationships/officeDocument" Target="/ppt/presentation.xml" Id="R5353c3d09852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1f08a2bf94fd8"/>
  </p:sldMasterIdLst>
  <p:notesMasterIdLst>
    <p:notesMasterId xmlns:r="http://schemas.openxmlformats.org/officeDocument/2006/relationships" r:id="Rc13b1ff507d646bd"/>
  </p:notesMasterIdLst>
  <p:sldIdLst>
    <p:sldId xmlns:r="http://schemas.openxmlformats.org/officeDocument/2006/relationships" id="256" r:id="Ref212dc066084307"/>
    <p:sldId xmlns:r="http://schemas.openxmlformats.org/officeDocument/2006/relationships" id="257" r:id="Rf4f873d8bbb244b4"/>
    <p:sldId xmlns:r="http://schemas.openxmlformats.org/officeDocument/2006/relationships" id="258" r:id="Rc8eada99962c4ded"/>
    <p:sldId xmlns:r="http://schemas.openxmlformats.org/officeDocument/2006/relationships" id="259" r:id="R5033271ca4b34cab"/>
    <p:sldId xmlns:r="http://schemas.openxmlformats.org/officeDocument/2006/relationships" id="260" r:id="R70e75de7519c431f"/>
    <p:sldId xmlns:r="http://schemas.openxmlformats.org/officeDocument/2006/relationships" id="261" r:id="R54b8f94927a24507"/>
    <p:sldId xmlns:r="http://schemas.openxmlformats.org/officeDocument/2006/relationships" id="262" r:id="Ra01a6dfcddbe4401"/>
    <p:sldId xmlns:r="http://schemas.openxmlformats.org/officeDocument/2006/relationships" id="263" r:id="R0a94e6a7b5404cb5"/>
    <p:sldId xmlns:r="http://schemas.openxmlformats.org/officeDocument/2006/relationships" id="264" r:id="R3becb74a0b2444c5"/>
    <p:sldId xmlns:r="http://schemas.openxmlformats.org/officeDocument/2006/relationships" id="265" r:id="R403c3032a764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cd3c5a5a04fa2" /><Relationship Type="http://schemas.openxmlformats.org/officeDocument/2006/relationships/slideMaster" Target="/ppt/slideMasters/slideMaster1.xml" Id="Rd271f08a2bf94fd8" /><Relationship Type="http://schemas.openxmlformats.org/officeDocument/2006/relationships/notesMaster" Target="/ppt/notesMasters/notesMaster1.xml" Id="Rc13b1ff507d646bd" /><Relationship Type="http://schemas.openxmlformats.org/officeDocument/2006/relationships/presProps" Target="/ppt/presProps.xml" Id="R1bd22e53b91b405f" /><Relationship Type="http://schemas.openxmlformats.org/officeDocument/2006/relationships/tableStyles" Target="/ppt/tableStyles.xml" Id="R46c80a133f6342a5" /><Relationship Type="http://schemas.openxmlformats.org/officeDocument/2006/relationships/slide" Target="/ppt/slides/slide1.xml" Id="Ref212dc066084307" /><Relationship Type="http://schemas.openxmlformats.org/officeDocument/2006/relationships/slide" Target="/ppt/slides/slide2.xml" Id="Rf4f873d8bbb244b4" /><Relationship Type="http://schemas.openxmlformats.org/officeDocument/2006/relationships/slide" Target="/ppt/slides/slide3.xml" Id="Rc8eada99962c4ded" /><Relationship Type="http://schemas.openxmlformats.org/officeDocument/2006/relationships/slide" Target="/ppt/slides/slide4.xml" Id="R5033271ca4b34cab" /><Relationship Type="http://schemas.openxmlformats.org/officeDocument/2006/relationships/slide" Target="/ppt/slides/slide5.xml" Id="R70e75de7519c431f" /><Relationship Type="http://schemas.openxmlformats.org/officeDocument/2006/relationships/slide" Target="/ppt/slides/slide6.xml" Id="R54b8f94927a24507" /><Relationship Type="http://schemas.openxmlformats.org/officeDocument/2006/relationships/slide" Target="/ppt/slides/slide7.xml" Id="Ra01a6dfcddbe4401" /><Relationship Type="http://schemas.openxmlformats.org/officeDocument/2006/relationships/slide" Target="/ppt/slides/slide8.xml" Id="R0a94e6a7b5404cb5" /><Relationship Type="http://schemas.openxmlformats.org/officeDocument/2006/relationships/slide" Target="/ppt/slides/slide9.xml" Id="R3becb74a0b2444c5" /><Relationship Type="http://schemas.openxmlformats.org/officeDocument/2006/relationships/slide" Target="/ppt/slides/slide10.xml" Id="R403c3032a764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e57243e07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3b71be7d3045e3" /><Relationship Type="http://schemas.openxmlformats.org/officeDocument/2006/relationships/notesMaster" Target="/ppt/notesMasters/notesMaster1.xml" Id="R3faa5d019c6d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340c6de8842a1" /><Relationship Type="http://schemas.openxmlformats.org/officeDocument/2006/relationships/notesMaster" Target="/ppt/notesMasters/notesMaster1.xml" Id="Rb17d64c6559442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93e83de8f947d3" /><Relationship Type="http://schemas.openxmlformats.org/officeDocument/2006/relationships/notesMaster" Target="/ppt/notesMasters/notesMaster1.xml" Id="R9948161a0d864b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6c4a9de45f4334" /><Relationship Type="http://schemas.openxmlformats.org/officeDocument/2006/relationships/notesMaster" Target="/ppt/notesMasters/notesMaster1.xml" Id="Ra259575822bc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7f47df2c4c4e7b" /><Relationship Type="http://schemas.openxmlformats.org/officeDocument/2006/relationships/notesMaster" Target="/ppt/notesMasters/notesMaster1.xml" Id="R14e87066f89848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6d7a9074a04ae3" /><Relationship Type="http://schemas.openxmlformats.org/officeDocument/2006/relationships/notesMaster" Target="/ppt/notesMasters/notesMaster1.xml" Id="Rfb374bf7e650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28554950c46c9" /><Relationship Type="http://schemas.openxmlformats.org/officeDocument/2006/relationships/notesMaster" Target="/ppt/notesMasters/notesMaster1.xml" Id="R8ae5ad5c402349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dfb2ecfc4d4c77" /><Relationship Type="http://schemas.openxmlformats.org/officeDocument/2006/relationships/notesMaster" Target="/ppt/notesMasters/notesMaster1.xml" Id="R1fc0f7b1239649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5a6d278994198" /><Relationship Type="http://schemas.openxmlformats.org/officeDocument/2006/relationships/notesMaster" Target="/ppt/notesMasters/notesMaster1.xml" Id="Ra629634d35e14a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2f6021159242db" /><Relationship Type="http://schemas.openxmlformats.org/officeDocument/2006/relationships/notesMaster" Target="/ppt/notesMasters/notesMaster1.xml" Id="Ra3c16aaba914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docs/reports/load-test-10000.json, docs/reports/agent-run-load-50.json, and docs/reports/deployment-smoke.json.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0c0b1dc8f4b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08399d2284bc1" /><Relationship Type="http://schemas.openxmlformats.org/officeDocument/2006/relationships/slideLayout" Target="/ppt/slideLayouts/slideLayout1.xml" Id="R313b0a6552c5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b0a6552c5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a39ed46d74883" /><Relationship Type="http://schemas.openxmlformats.org/officeDocument/2006/relationships/image" Target="/ppt/media/image.png" Id="R6a1fd258c7524b31" /><Relationship Type="http://schemas.openxmlformats.org/officeDocument/2006/relationships/notesSlide" Target="/ppt/notesSlides/notesSlide1.xml" Id="Rf72441dd783740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2ad63e2b44a3" /><Relationship Type="http://schemas.openxmlformats.org/officeDocument/2006/relationships/notesSlide" Target="/ppt/notesSlides/notesSlide2.xml" Id="Rdc1a922f13c5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07b9244de4ade" /><Relationship Type="http://schemas.openxmlformats.org/officeDocument/2006/relationships/notesSlide" Target="/ppt/notesSlides/notesSlide3.xml" Id="Rd2e01483c09c44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1a40f096420b" /><Relationship Type="http://schemas.openxmlformats.org/officeDocument/2006/relationships/image" Target="/ppt/media/image2.png" Id="Ra629187643174ee6" /><Relationship Type="http://schemas.openxmlformats.org/officeDocument/2006/relationships/notesSlide" Target="/ppt/notesSlides/notesSlide4.xml" Id="R7146b8665a86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2cb947beb4831" /><Relationship Type="http://schemas.openxmlformats.org/officeDocument/2006/relationships/image" Target="/ppt/media/image3.png" Id="R1171955357534c56" /><Relationship Type="http://schemas.openxmlformats.org/officeDocument/2006/relationships/notesSlide" Target="/ppt/notesSlides/notesSlide5.xml" Id="Rd451aeddebbe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2d5a79aaa4e21" /><Relationship Type="http://schemas.openxmlformats.org/officeDocument/2006/relationships/notesSlide" Target="/ppt/notesSlides/notesSlide6.xml" Id="Rccb1acdaf110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19e1611540f8" /><Relationship Type="http://schemas.openxmlformats.org/officeDocument/2006/relationships/notesSlide" Target="/ppt/notesSlides/notesSlide7.xml" Id="Rc8fae6a82b184d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71f40c72e4972" /><Relationship Type="http://schemas.openxmlformats.org/officeDocument/2006/relationships/image" Target="/ppt/media/image4.png" Id="R0ae4f35d7d464ebe" /><Relationship Type="http://schemas.openxmlformats.org/officeDocument/2006/relationships/notesSlide" Target="/ppt/notesSlides/notesSlide8.xml" Id="R0d58e15b839745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a421e308e4b4d" /><Relationship Type="http://schemas.openxmlformats.org/officeDocument/2006/relationships/notesSlide" Target="/ppt/notesSlides/notesSlide9.xml" Id="R2bd5c9c0f1af44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e4f5d359449e6" /><Relationship Type="http://schemas.openxmlformats.org/officeDocument/2006/relationships/notesSlide" Target="/ppt/notesSlides/notesSlide10.xml" Id="R34c1d4402523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CF5FF-BE11-4860-B8ED-37E3BB8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A3FDB-BAF4-4422-AA18-DB2D1E5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0DAB-55CF-4CC4-B068-DAC2A128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8CE3A-ABFF-4899-8A3C-02C9B3A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1CEC8-F217-4918-8210-95591D1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D14FB-021E-48B0-94DE-341E077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6CEE9-C6D1-40BD-B59F-7B3D100D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fd258c7524b31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AAEE6-C7E0-4840-86DF-25B6723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38204-01FC-4913-A0B5-859D0BDE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BDAF7-3E6D-4A17-8F3B-A0FE0D9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881579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180B2-86DA-48BD-9F77-4677C661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52A8-B192-43C0-AA32-AB83D48B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39456-9231-4BA0-8985-F8C659F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CC840-05E2-488A-A6E5-101A85E1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00A7-C732-4CDD-B9F0-241223D7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DB2A5-67F0-4DF1-9EA7-B06F0E63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9F38A-22C2-451D-AE20-9521872C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A88AD-F1C3-4FAE-899B-2033A644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5F0D4-53E8-46D5-B9B7-B8A5826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22E1D-7259-4972-8ED1-8DAA3578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E5056-5198-4372-806C-3B66FCFF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129F5-A343-4005-984D-6033CAE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7538F-998A-41E9-ACF9-E7BF9C4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718CD-A0C1-4465-A6F0-D77E193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A712D-D886-4D27-807C-76D2CD0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B4F64-BDFF-440F-94FB-5A13B993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71690-C4D2-4D07-93AE-9DD3A95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66F6A-C1CA-4DD8-8380-8DB95FF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D395C-78D2-45E1-8BE6-311B547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71217-6A77-4477-9B58-1DCCF192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7966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D8CD6-82C2-435A-ADCF-13D6466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51D0-131B-4976-B3B5-897E363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D7097-D3A4-4DDF-A063-2129D7E2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A9FD1-08E4-49B0-97D3-5F176FC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AAC39-9870-41DB-996E-06E1432C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0FE61-7710-4736-8D8C-317C5CC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2488F-A381-416D-95F3-AB40F3E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EAF0F-8043-44E6-B193-04D22FA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75162-83A5-48FB-9540-2F462FF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AA95C-B415-4BC9-98F7-B5EA717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6571E-D64D-49FB-B68D-4AA44F70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13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6E1C6-5893-4BF4-A173-EBA624B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9FEC7-A3FE-46AE-9414-5C6DEC9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5DEDE-5627-4B9D-B18B-435B67D2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875FD-1679-41B6-BF75-251CCCFF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C84F5-FD44-466F-AC05-F860074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BB5F9-E1BE-460D-BBE5-5B8F9C2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C7F39-FB01-450C-B64B-AD66B579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B1445-803E-4E3F-B664-3987B2A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CC995-D21D-46F1-B43F-CA4F619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1BEF2-585D-48A3-BB55-2AF7BFE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8C55E-EF6C-47FE-BD0F-17EFC77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BDD10-E088-488E-8DE5-65284480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C254B-6624-465F-86A0-3689B11B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52FD3-2B94-4F81-9781-FF90770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8182E-1BF1-4F7A-8291-899CE56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5F145-CC22-4DD9-BA57-B54D0A8D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2A926-154C-46AF-81DE-2A032EC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3CA20-DED3-4ED9-A6C5-37D7FC91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1B6FD-42EC-4B92-BDE9-801A482B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BA1A2-445D-41D6-9F96-7BD3D6D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7024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36EED-BA50-4CDA-A564-C4AA2EC9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7E7D-8947-4748-B406-1ABB49FC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582B-8931-4684-A0FA-004C55E9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B9EA3-7CF4-4D23-91D9-447AFAB6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9187643174ee6"/>
          <a:srcRect xmlns:a="http://schemas.openxmlformats.org/drawingml/2006/main" l="0" t="33452" r="0" b="33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BE829-4657-45DD-AE2C-18FB6B5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DB6B5-644A-4872-A944-7D0D2C1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8EB90-6985-4EA7-844A-1D29B4C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wallet-change cooldown,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F2144-5809-4D60-9FCC-786559B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E86C6-A757-427B-ABD7-C60B646E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C5100-C632-44E9-B0DF-328CF3E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C12B0-55C8-48C2-9CF7-24DD2D52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39CDB-432B-4D61-A3EE-0D2542C5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CB056-2594-4D12-A956-15D15F4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528D0-AB91-451F-B628-83961A6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CB686-5F3A-4CA3-A868-A2D0C8EB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3284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B45CE-07BF-4F12-BA9B-397F8E8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D52D0-00AE-4D40-9C71-A7C72A7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222DA-D356-4015-A2D7-CCA4E26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DC10C-1829-4ADB-BCD2-E1A221D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1955357534c56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9F265-7474-4E23-8D98-DBCA94C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4504C-B0DD-4F4B-869C-EE3D60F0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42FA1-AC57-4CF7-960C-5018B36E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68B9D-6FC2-4FE4-865C-C9FE03B3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71639-67F0-4B4A-8CBC-91746466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A5DF3-629E-4C74-9C2C-AC0321D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62798-21BC-42D8-B04B-A2A7ACF9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45D5-B63A-408E-84E1-106C7240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8966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0D95F-596E-4760-9331-FCDBF71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FF0F2-0A94-4F44-9587-017B99F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8B3A0-9D1C-41AA-AC23-20538F5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3629D-E5B7-4E97-ABD4-D7229E1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900BE-C030-493A-8CEA-0BA97CD3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069BC-94CE-4205-B89E-AD5EE08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F513C-3342-428F-9EBD-5BD57455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8029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25EA0-9B00-4529-88A8-B3B54E2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F3F8F-55EB-40AA-BA1C-50685CC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097D8-54A7-42C1-B5F3-5922B378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CFB82-5DCA-422C-928A-11523C98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EC071-603A-40E4-91D1-34C2DCEC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26626-0A3A-4D78-973E-34C7C72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03AC2-020E-402E-90E1-E1B5F13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603E6-3375-41BF-96DB-7D99537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E0835-4DA3-4675-A2D9-3D9336A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CE7FA-3D7E-4285-B21C-8644BFAE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596D-832E-4707-9CBC-15C4436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5F00C-3B8B-40BD-A31A-7E34663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3CF5E-ABDD-4E3F-9AA5-D87E7600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625A8-0B70-4BC2-8E69-F50BD32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3F43E-115E-44BE-9E92-4BAF2516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F209-8393-4125-9F91-3F67AB1D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19B0-6282-477E-B6A9-A602B20C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3E722-1360-4748-8FF1-B965A62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B82D6-E70D-40FA-A47F-12AC6D1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24027-C136-4972-8203-5561B5B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1549E-CF5F-4D65-A1AC-65211A2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762CC-D8F0-4488-B0C3-ABA2FD5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062F9-84E3-493A-999F-BD3F56F0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BEA7E-A674-4BB1-B8C6-48DD035B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4030B-A3A6-4A2B-A1AC-7B66143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Adapter, offline verifier, and isolated wallet-pair setup are ready. Credentials and funded Testnet USDC remain the external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64B95-61A6-4452-9975-E66690A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7DDF9-083B-4956-8274-4A7A6B6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3404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E5E78-C0AF-4069-9C63-9339EC5A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7474F-41B7-4810-AE19-8488167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EDC4E-0A2B-443A-A993-0C26C03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stress suites plus a production-shaped HTTP gate ship as content-addressed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0CC8A-C571-43AA-856F-FC523BA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4f35d7d464ebe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EC973-14BD-451F-A7D2-D534062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F7858-C950-4F73-B8DD-62632E1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6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 duplicate payments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C7AA6-5BEC-4F6B-8079-701BC2E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24034-095D-4A8F-ABD0-E9265CFD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7 / 7 deployment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250FB-8DE0-405F-8D7E-788F32F4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D3199-ADA3-436A-8C5A-65B6044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776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0B0C9-F5DF-40FF-A49B-C035A35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3B93C-AC81-4D03-8AB3-A55E086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B921B-4812-47BF-ABCD-8A9671DE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pilot binds real operator behavior to a verified Payment Evidence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4129A-2BB9-440D-B17F-53816A67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92D4-8C6C-4341-B186-98FF44AC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8B678-B2F0-49D4-8A7B-15C3E39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EEF2-BF08-4B56-80E3-E3EF7976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an actual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F41F1-EDE8-4F45-B3FD-C42C939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182D2-B91A-4C63-896C-496F09B5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B81ED-3B97-4012-A169-07CA14B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Attestation hash, packet hash,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6CB0-FC8F-45BC-B2ED-ABE77E1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3DF1D-7C23-4F16-9394-B0D58A1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DD84C-3AE2-416C-8DDE-87C8763B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E3F3B-FB31-4CAF-B594-0524BF5E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9E496-5562-4126-92FF-4CDB9FC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A315A-3BD3-41AF-8D19-C92369D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01E25-9411-4855-B386-A28F757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rate, time to decision, 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2A9BD-1216-47C1-8D0F-38C7DED3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794F1-48BF-4E9C-98FB-45C2CED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EAD8C-392E-4380-8C01-E6A251B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8D010-B84A-4EE3-97DA-1A35F9D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3964D-7AB3-4A80-AC4C-1986252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E0CDC-EEF0-4A3E-A8D8-F3F3B7C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FA2FC-110A-4965-B3AD-C931EC98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status, Arc transaction,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B0C26-B332-49DE-8CE1-78873A20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F077A-CADF-4110-8A9F-A053F97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5933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9FE6-751F-42C1-9DA0-51DE3903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6F20-6D76-4335-A220-794F5A73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35C45-658D-4EED-BE18-40A7C65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finance control plane for AI-operated businesses, built for Circle USDC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2DE70-FC14-49A2-8319-F50D7FBC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9F735-5B72-45C7-A360-B1D35EAC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7ABAC-99C9-4184-902B-ABFC7FB2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product, deterministic controls, bounded agent runs, offline verifier, stress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388EC-98C9-41F7-A56F-BE536C2C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143EA-46F4-44DD-88B6-B87BCC1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Capped Arc Testnet USDC transfer, external operator feedback, final three-minute walkthrough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F58B2-800C-452D-8B19-CBDC6C1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TAMEION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ECCF2-FFE0-4CBE-84B5-2D4333D0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000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D811B-51BF-4795-8572-55BA242D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8EF3A-2AE0-4B6E-8603-E51D32FB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4307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2026-09-20T01:08:12.3170000Z</dcterms:created>
  <dcterms:modified xsi:type="dcterms:W3CDTF">2026-09-20T01:08:12.3180000Z</dcterms:modified>
</coreProperties>
</file>