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70d0120a0c4574" /><Relationship Type="http://schemas.openxmlformats.org/officeDocument/2006/relationships/extended-properties" Target="/docProps/app.xml" Id="Rcf03f95bcc964b6b" /><Relationship Type="http://schemas.openxmlformats.org/officeDocument/2006/relationships/officeDocument" Target="/ppt/presentation.xml" Id="R7c4a12251edf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bc7da96c44d06"/>
  </p:sldMasterIdLst>
  <p:notesMasterIdLst>
    <p:notesMasterId xmlns:r="http://schemas.openxmlformats.org/officeDocument/2006/relationships" r:id="R46d4e8898b6e41f1"/>
  </p:notesMasterIdLst>
  <p:sldIdLst>
    <p:sldId xmlns:r="http://schemas.openxmlformats.org/officeDocument/2006/relationships" id="256" r:id="Raed47366590a41b4"/>
    <p:sldId xmlns:r="http://schemas.openxmlformats.org/officeDocument/2006/relationships" id="257" r:id="R60f2207d71a2434a"/>
    <p:sldId xmlns:r="http://schemas.openxmlformats.org/officeDocument/2006/relationships" id="258" r:id="Red96d2bd344a4461"/>
    <p:sldId xmlns:r="http://schemas.openxmlformats.org/officeDocument/2006/relationships" id="259" r:id="Rf21621fa90714dcf"/>
    <p:sldId xmlns:r="http://schemas.openxmlformats.org/officeDocument/2006/relationships" id="260" r:id="Rb729cb8999b14a8c"/>
    <p:sldId xmlns:r="http://schemas.openxmlformats.org/officeDocument/2006/relationships" id="261" r:id="Ra14528171cb54463"/>
    <p:sldId xmlns:r="http://schemas.openxmlformats.org/officeDocument/2006/relationships" id="262" r:id="Rf2b1c9208223404f"/>
    <p:sldId xmlns:r="http://schemas.openxmlformats.org/officeDocument/2006/relationships" id="263" r:id="Rd7487e76ae7d4198"/>
    <p:sldId xmlns:r="http://schemas.openxmlformats.org/officeDocument/2006/relationships" id="264" r:id="Re52be4f676684141"/>
    <p:sldId xmlns:r="http://schemas.openxmlformats.org/officeDocument/2006/relationships" id="265" r:id="R9df789de6a6d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7c59a1ae24d6e" /><Relationship Type="http://schemas.openxmlformats.org/officeDocument/2006/relationships/slideMaster" Target="/ppt/slideMasters/slideMaster1.xml" Id="R872bc7da96c44d06" /><Relationship Type="http://schemas.openxmlformats.org/officeDocument/2006/relationships/notesMaster" Target="/ppt/notesMasters/notesMaster1.xml" Id="R46d4e8898b6e41f1" /><Relationship Type="http://schemas.openxmlformats.org/officeDocument/2006/relationships/presProps" Target="/ppt/presProps.xml" Id="Rc99aabb4459f4add" /><Relationship Type="http://schemas.openxmlformats.org/officeDocument/2006/relationships/tableStyles" Target="/ppt/tableStyles.xml" Id="Rdd92c74b10474b11" /><Relationship Type="http://schemas.openxmlformats.org/officeDocument/2006/relationships/slide" Target="/ppt/slides/slide1.xml" Id="Raed47366590a41b4" /><Relationship Type="http://schemas.openxmlformats.org/officeDocument/2006/relationships/slide" Target="/ppt/slides/slide2.xml" Id="R60f2207d71a2434a" /><Relationship Type="http://schemas.openxmlformats.org/officeDocument/2006/relationships/slide" Target="/ppt/slides/slide3.xml" Id="Red96d2bd344a4461" /><Relationship Type="http://schemas.openxmlformats.org/officeDocument/2006/relationships/slide" Target="/ppt/slides/slide4.xml" Id="Rf21621fa90714dcf" /><Relationship Type="http://schemas.openxmlformats.org/officeDocument/2006/relationships/slide" Target="/ppt/slides/slide5.xml" Id="Rb729cb8999b14a8c" /><Relationship Type="http://schemas.openxmlformats.org/officeDocument/2006/relationships/slide" Target="/ppt/slides/slide6.xml" Id="Ra14528171cb54463" /><Relationship Type="http://schemas.openxmlformats.org/officeDocument/2006/relationships/slide" Target="/ppt/slides/slide7.xml" Id="Rf2b1c9208223404f" /><Relationship Type="http://schemas.openxmlformats.org/officeDocument/2006/relationships/slide" Target="/ppt/slides/slide8.xml" Id="Rd7487e76ae7d4198" /><Relationship Type="http://schemas.openxmlformats.org/officeDocument/2006/relationships/slide" Target="/ppt/slides/slide9.xml" Id="Re52be4f676684141" /><Relationship Type="http://schemas.openxmlformats.org/officeDocument/2006/relationships/slide" Target="/ppt/slides/slide10.xml" Id="R9df789de6a6d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f8267b1a5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cad2c5a224ebd" /><Relationship Type="http://schemas.openxmlformats.org/officeDocument/2006/relationships/notesMaster" Target="/ppt/notesMasters/notesMaster1.xml" Id="Reb6af5ebd3ea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f9c0daee4c4556" /><Relationship Type="http://schemas.openxmlformats.org/officeDocument/2006/relationships/notesMaster" Target="/ppt/notesMasters/notesMaster1.xml" Id="Re09949a27d20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5505100134155" /><Relationship Type="http://schemas.openxmlformats.org/officeDocument/2006/relationships/notesMaster" Target="/ppt/notesMasters/notesMaster1.xml" Id="R5f1e65bb409f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ad8d3603d4e83" /><Relationship Type="http://schemas.openxmlformats.org/officeDocument/2006/relationships/notesMaster" Target="/ppt/notesMasters/notesMaster1.xml" Id="R4c3618566d9d4a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4464ddca974fc6" /><Relationship Type="http://schemas.openxmlformats.org/officeDocument/2006/relationships/notesMaster" Target="/ppt/notesMasters/notesMaster1.xml" Id="R91ed3995c19240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aa98b124b4a7e" /><Relationship Type="http://schemas.openxmlformats.org/officeDocument/2006/relationships/notesMaster" Target="/ppt/notesMasters/notesMaster1.xml" Id="R7388b28e1ee1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0da78bd8514552" /><Relationship Type="http://schemas.openxmlformats.org/officeDocument/2006/relationships/notesMaster" Target="/ppt/notesMasters/notesMaster1.xml" Id="Rb6d9487affe34c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c0882d6522401e" /><Relationship Type="http://schemas.openxmlformats.org/officeDocument/2006/relationships/notesMaster" Target="/ppt/notesMasters/notesMaster1.xml" Id="R556cf7b13ef54b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4b1713124043eb" /><Relationship Type="http://schemas.openxmlformats.org/officeDocument/2006/relationships/notesMaster" Target="/ppt/notesMasters/notesMaster1.xml" Id="R39b4b4cd9cb444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a538e43a914344" /><Relationship Type="http://schemas.openxmlformats.org/officeDocument/2006/relationships/notesMaster" Target="/ppt/notesMasters/notesMaster1.xml" Id="R5c1548d49359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docs/reports/load-test-10000.json, docs/reports/agent-run-load-50.json, and docs/reports/deployment-smoke.json. The workflow run injected a 500 ms provider delay while 200 duplicate calls competed; all converged on one provider submission and one transaction hash.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desktop and 390 px captures show the same responsive React application and governed-payment path, not separate clients. Captured locally from the current product. 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fbe3c3e9e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f5b64ff474d52" /><Relationship Type="http://schemas.openxmlformats.org/officeDocument/2006/relationships/slideLayout" Target="/ppt/slideLayouts/slideLayout1.xml" Id="R87092ca56359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92ca56359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937d1593e4ae4" /><Relationship Type="http://schemas.openxmlformats.org/officeDocument/2006/relationships/image" Target="/ppt/media/image.png" Id="Rec690ebc15c74aac" /><Relationship Type="http://schemas.openxmlformats.org/officeDocument/2006/relationships/notesSlide" Target="/ppt/notesSlides/notesSlide1.xml" Id="R3e05e0e81a1b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668d7484a4362" /><Relationship Type="http://schemas.openxmlformats.org/officeDocument/2006/relationships/notesSlide" Target="/ppt/notesSlides/notesSlide2.xml" Id="Ra3722b4ab81b4b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3dc0af664084" /><Relationship Type="http://schemas.openxmlformats.org/officeDocument/2006/relationships/notesSlide" Target="/ppt/notesSlides/notesSlide3.xml" Id="Re877b3af395e42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53968bc9d482c" /><Relationship Type="http://schemas.openxmlformats.org/officeDocument/2006/relationships/image" Target="/ppt/media/image2.png" Id="Ra58016bf809d4efc" /><Relationship Type="http://schemas.openxmlformats.org/officeDocument/2006/relationships/notesSlide" Target="/ppt/notesSlides/notesSlide4.xml" Id="Rddaefa3b472741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32b6587244491" /><Relationship Type="http://schemas.openxmlformats.org/officeDocument/2006/relationships/image" Target="/ppt/media/image3.png" Id="Rb9c67f17bfd94990" /><Relationship Type="http://schemas.openxmlformats.org/officeDocument/2006/relationships/notesSlide" Target="/ppt/notesSlides/notesSlide5.xml" Id="R366247cb6f4b43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e58b1f6fd4905" /><Relationship Type="http://schemas.openxmlformats.org/officeDocument/2006/relationships/notesSlide" Target="/ppt/notesSlides/notesSlide6.xml" Id="Rb27b7e85edde41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d9e6191f449b2" /><Relationship Type="http://schemas.openxmlformats.org/officeDocument/2006/relationships/notesSlide" Target="/ppt/notesSlides/notesSlide7.xml" Id="R3a80d731d3ea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33d9607094d79" /><Relationship Type="http://schemas.openxmlformats.org/officeDocument/2006/relationships/image" Target="/ppt/media/image4.png" Id="R1fe71843c632408b" /><Relationship Type="http://schemas.openxmlformats.org/officeDocument/2006/relationships/notesSlide" Target="/ppt/notesSlides/notesSlide8.xml" Id="R1de58e9bef3e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d09bcaa1480c" /><Relationship Type="http://schemas.openxmlformats.org/officeDocument/2006/relationships/notesSlide" Target="/ppt/notesSlides/notesSlide9.xml" Id="Ra6e42cc8f56745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f096993f4ca9" /><Relationship Type="http://schemas.openxmlformats.org/officeDocument/2006/relationships/image" Target="/ppt/media/image5.png" Id="R785100a09d164c4b" /><Relationship Type="http://schemas.openxmlformats.org/officeDocument/2006/relationships/image" Target="/ppt/media/image6.png" Id="Rce531fda17a34adc" /><Relationship Type="http://schemas.openxmlformats.org/officeDocument/2006/relationships/notesSlide" Target="/ppt/notesSlides/notesSlide10.xml" Id="R6c3e5d0a825447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E3D19-B309-4B4E-9C89-4BF77AC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FD4ED-D210-4EEB-85BE-82C0D794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1DABC-384A-4F15-AA3E-D010C3F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0531B-A22E-4709-B9A4-2A8B73D4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17A29-BDFB-4EBC-9048-2D568AE4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35BCE-7A3D-416A-A76D-E3C08B19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AEB25-5772-47D5-ABA6-4BACBA29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0ebc15c74aac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FF439-42B2-4A46-ACB7-581F3723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C8C06-A0F5-44A0-ACF6-748FB97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72EE6-198F-484B-9AE3-C1DB460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1733943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321EE-D1B9-4D88-B07F-7141A8C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9F9D4-F6B5-4015-92C9-C757563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5875E-A6F5-41AE-B581-060DB7C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B4150-3E58-4DE8-9931-55CE202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93F4E-BD6B-44DA-A984-AEB3AB5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03D7C-DAC0-4DFA-9D3E-99F60DD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486BF-A914-4F58-9B9F-51B9CA6A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EAD6A-F8B3-45E4-A7C6-D67EE060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9DF56-6A6E-4D52-8E7F-A7964CA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89E42-74C4-4BA7-A4C5-A7533D89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3BEF6-49F2-44F0-90BE-4E6204F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4DE6-8680-425C-8090-A2CEEBBC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18C07-189D-48DD-9E65-3F5C4E45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12B36-5DEE-428E-8CC5-4D84F2D1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470CB-57E1-4861-AF9E-431C9F1D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67BE9-16FD-4802-9A84-657C0FBE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B018D-F8D9-4F26-8F48-AECFF69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E9BD4-8B97-495A-BC4F-EF30FB8A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20DDF-4BA7-411D-B30E-4180AA4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0F87E-502D-4323-B87F-09EF737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356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CF898-2526-4B15-8C6A-8E4B59E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F7B84-FF01-4D34-AC52-8AF40075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382FA-E8A2-4D57-95CC-9926B78A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18B2-7895-4491-A86C-5BF5CD5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6713A-494D-4114-B8AC-8AC0063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65A7A-E95C-4C2D-84C5-F9CA663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D8AB6-A201-4340-8297-9090634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BC132-7BB9-43C9-8BBA-77F1B042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13CBA-104B-42A3-B03D-48544C47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79900-3D86-49EE-A54B-E42EC077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CF92F-196F-40A7-8F37-D03A75D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13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3FD0-5B28-4469-9E43-F469C156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90456-9738-4530-AFBA-419969E0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E496E-A4E9-4DDA-89BA-D7DF51A8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67F8F-F954-4095-8A58-950AC71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BBE31-32CB-48C5-9AF1-410A4495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81572-A91C-406F-AAE7-7ADC29F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020C0-5EC1-4123-8FA3-8737DC29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045A8-EF80-4677-A8E4-CF54FB1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D0215-3F6B-458E-85C1-8E7A6E7D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CC67B-5756-4B68-9F79-12AB677C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86B33-A576-4D40-8A53-D86214B2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E4915-65D4-4942-8E93-9BC7EDD5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B35CB-D5C7-4B3E-B8EE-E93C7E70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BCD11-CB50-4461-B9B6-72A709D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DBECD-CB55-4B92-AAE5-D7F08834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2614F-7045-4609-B841-7E3CBE7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0D7DE-ADC7-46BC-93A5-AB69C80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A0EFE-539F-4D42-8D32-BB6BC388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E58BB-5C29-4A4D-9767-1878E59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43C1B-9755-4594-B2EE-052DDC1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9732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B0C29-34D4-4D05-9DB8-D057D9C2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4FD90-0B1E-4C34-99B0-3BC2B20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09BD1-6C6E-4410-B902-F54CE29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E39BD-C51A-4635-8088-252CB547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016bf809d4efc"/>
          <a:srcRect xmlns:a="http://schemas.openxmlformats.org/drawingml/2006/main" l="0" t="33452" r="0" b="33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AA239-B9EB-403D-AAE3-E3F1D4F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CC1C2-70A3-4AFB-BC07-CFF3315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58A0-3238-4573-8E59-AE39273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wallet-change cooldown,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0FD71-ABED-48B2-B878-869E8AA4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A4246-337D-4626-BAC7-1FBE9FE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AD771-D9AF-458D-B6BF-9D1D252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82371-EBCE-489E-9EB7-ADEE6E6A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52A91-2C42-47E4-A29B-18B285F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06B9A-1E4D-4D84-B37E-B599001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116DC-6D3D-490C-B7CA-A11E9981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3F413-8229-4DFD-9693-D0BBA56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599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44A67-915A-490E-B483-B5B6C55B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2A6D5-0501-4B98-92E1-682A012F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04C71-5A47-453F-8729-5D5D05D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4A52E-593E-44EA-8D45-59C4BC6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67f17bfd94990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5BBD-BEA0-44A1-804F-CF9F0CF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EE959-8ED2-45F6-8AC0-8655404E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8AC80-256B-43C8-9CCF-8C6CA0D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B0776-206F-4FCF-AB88-0BE7878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CE52-D13F-4BCF-B2FF-311FCC2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74CB1-F602-4725-A48F-32EFBB9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F5F9C-8045-4DD0-A5B2-8E4B75CC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192FE-4AE8-47B4-BA9B-C4B917C0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1185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7C88-0115-4639-9B5D-901DC9B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A778D-902B-412F-A413-37A11901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78A2E-405C-449B-8D3C-465D370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AE237-9B2C-4332-99FD-2124D96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A90F7-8DD3-45E1-96DD-A0F6F836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5C366-BE10-4AB9-9C69-615B0DF5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831A-D7B3-4BA0-A3D4-132A5410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511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B8237-79FC-4B09-90A9-398EB88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45766-7B09-48E4-A825-83D8893A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634C6-DCC2-4D8A-B91A-D67700EC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25A0-9929-4D82-817E-17EC6DBF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3AF17-60EB-4F8E-A1D0-A69201B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519C4-98B2-4D7E-AE60-6553A8D8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8D4DF-3435-4D83-824F-7CAADC56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8E094-40CD-4EF3-8FC3-42558ABD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A2448-1240-4833-B9B6-69C9ED3B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FCCB6-3658-4F53-85C3-A41DF960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B277F-E433-4FBE-BBC3-966A2CA3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C3CDE-7AED-40B2-B3BB-41810F0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92BB2-36E2-4360-B293-93454C7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9D872-4AC1-485C-88A3-0D3DD07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8FFE2-CA1A-48B1-9D94-34359D54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8C575-2328-4E44-AEE5-192C356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B6AD2-6012-4DDA-873A-3FC8101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38542-121D-42ED-AA6F-D9C6278A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6525F-F806-4386-9F03-59C1FCB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1D638-0BBC-4AE9-9A29-52679BE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6E2A0-41CE-4BDB-A605-C7A6DFA1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FC5D5-1942-416B-A1DC-AC87FF4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130C0-3039-4D02-9E02-FEA4CDC2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4C1D2-8105-430F-91CA-154DFB6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736DC-EE92-4D70-85C8-19EC57AC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Adapter, offline verifier, and isolated wallet-pair setup are ready. Credentials and funded Testnet USDC remain the external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53B4D-8413-4C49-9C6A-FBC9BFB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A52AD-BFF7-411E-8E16-2FD642B1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0913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EEC4-7478-49D0-8837-6846E49B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0E8D1-B518-4A7B-B783-AB303FA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BA5C6-236D-4A65-B98A-AA90B17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stress suites plus a production-shaped HTTP gate ship as content-addressed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96327-9F8E-415B-8732-7C1FA9E8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71843c632408b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AA173-FD20-493B-8A9E-7D38935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15AE-CF3B-4396-9E94-E31017C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200 retries · 500 ms → 1 submit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F840F-062D-48B9-8F59-A953C7D6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D2DCB-6B98-4BE7-89F1-C1BE758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7 / 7 deployment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404A3-C1DC-4BED-B9E4-A77CD216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CFD05-6AAE-4B09-9BF9-156DD61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831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6ED72-2513-4392-9C1A-AA2D8A8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1B80F-DF51-4BEC-952B-5901D061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6492D-A1A8-44CA-9051-235A93C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pilot binds real operator behavior to a verified Payment Evidence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6A4DB-69FF-43D9-B71D-67CEC3A3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2491-95D9-42EE-94B0-1D0E8492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03ECE-E70C-419A-AFA6-E537910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0390-842C-4691-9814-41605822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an actual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31CED-4A9B-489B-84C0-9479AE6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35550-B172-4172-A428-1212956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79D9B-AC9B-41BD-9566-98BD9AE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Attestation hash, packet hash,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C2B87-D1BE-4B62-87A1-213AA3E4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A5B6D-D5B8-41E0-BA78-F2FEC743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6367A-D196-4B72-87F6-2EA72C9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D8A2C-0853-4C7B-8C47-E42247E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6B2A8-54E4-4EC3-BFDA-6C2E454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F879A-7BB1-4A6A-9E63-6CA8307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D1662-5895-4996-806D-D73A476B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rate, time to decision, 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8E488-E15B-4F82-B3AE-52DB60AA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53375-9451-41EB-8501-B8CABA0C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6B04F-AED0-4901-8994-3C61018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1B799-E7A9-4354-86B8-E53AD7C3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55814-8C67-401D-9B54-7771BC36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769C7-182F-4804-B7AA-88E7A92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6ABA6-BC3D-406D-B1B8-66168EBD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status, Arc transaction,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DFAE4-B998-49D2-A537-2786689E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59959-8DD9-4778-8149-30310784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8904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8C068-A688-4E1E-8458-B73B9E7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29C34-2EB7-427A-A28A-F8DC3032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F8C21-5335-4120-90DA-DC02B71B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One responsive finance control plane for Circle USDC on Arc — desktop-first, operable at 390 px.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0B977-7D4D-4569-AB3C-639E239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0764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ONE RESPONSIVE WEB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6A35D-AAAE-4244-8AD7-8579A8A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65BB7-F855-4491-9CFB-7B1A8A1E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13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E5A08-9E2C-4FBA-A3F8-80207B7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481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Same Arc settlement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2F3A3-9886-452F-AE46-178A343F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3D910-8E28-43BA-AFFE-00C1930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FB8F5-9A6F-4655-BE19-F49121F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controls · bounded agent runs · offline verifier · stress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2FA50-122A-436A-A8E0-5CAB473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41ED7-2B2C-44FE-9FCE-68A9987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Capped Arc Testnet transfer + external operator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5B93B-FD23-4B20-9FBE-29749C3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00100"/>
            <a:ext cx="5962650" cy="4781550"/>
          </a:xfrm>
          <a:prstGeom xmlns:a="http://schemas.openxmlformats.org/drawingml/2006/main" prst="roundRect">
            <a:avLst>
              <a:gd name="adj" fmla="val 2390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B4018-FDE4-45D0-99DC-980C57D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90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DESKTOP  /  1440 PX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100a09d164c4b"/>
          <a:srcRect xmlns:a="http://schemas.openxmlformats.org/drawingml/2006/main" l="35" t="0" r="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1276350"/>
            <a:ext cx="539115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2833A-0166-490F-801E-BFB17D3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676400" cy="33147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1fda17a34adc"/>
          <a:srcRect xmlns:a="http://schemas.openxmlformats.org/drawingml/2006/main" l="0" t="2664" r="0" b="2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76500"/>
            <a:ext cx="1562100" cy="32004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2ED7E-FD4F-4C0F-BFB2-4E69108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1276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91718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MOBILE  /  390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3F447-7F1A-4B40-BB0E-F4D07A26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The decision remains inspectable without horizontal overflow.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24240-6E7F-4668-B62D-E835485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24550"/>
            <a:ext cx="539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8529F-4CE2-4E02-891F-FF3D421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A55B3-591C-43E1-A256-DA13071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3216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2026-09-20T04:56:59.1950000Z</dcterms:created>
  <dcterms:modified xsi:type="dcterms:W3CDTF">2026-09-20T04:56:59.1950000Z</dcterms:modified>
</coreProperties>
</file>